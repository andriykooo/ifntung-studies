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Модератор: привітання, назва теми, представлення команди та ролей (30 с).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Модератор: мета і структура за 40 с. Передати слово спікеру.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Спікер: коротке порівняння, 45 с. Приклад: підгрупа на лабораторній vs команда з розподіленими ролями.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Спікер: назвати чотири етапи, підкреслити, що конфлікт — нормальний етап, а не збій. 60 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Спікер: для кожного етапу — одна практика комунікації. 60 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Спікер або аналітик: 45 с, приклад із власного досвіду команди на ЛР-3.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Аналітик: інструменти, які команда реально використала під час ЛР-3 та ЛР-4. 45 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Модератор: показати чартер як результат домовленостей команди. 40 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Модератор: висновки та 3 наступні кроки у формі дієслів. 30 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Модератор: подякувати, запросити запитання, 1–2 хв на Q&amp;A. Відповідає той, чиєї секції стосується запитання.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F559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 ефективної комунікації у процесі формування команди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Командна комунікація в ІТ-проєктах • Команда 1 • КН-26-1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Бойчук А. А. • [Учасник 2] • [Учасник 3] • [Учасник 4]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ІФНТУНГ, 2026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F559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 і план доповіді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86384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Мета: показати, як комунікація впливає на перетворення групи людей на команду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Проблема: команди зриваються не через брак знань, а через брак домовленостей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План: група vs команда → етапи формування → комунікація на кожному етапі → бар’єри → інструменти → чартер команди → висновки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F559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Група ≠ команда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86384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Група: спільне місце, окремі цілі, відповідальність індивідуальна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Команда: спільна мета, взаємозалежні ролі, спільна відповідальність за результат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Перехід від групи до команди відбувається саме через комунікацію: узгодження цілей, ролей і правил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F559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Етапи формування команди (модель Такмана)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86384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920240" cy="2194560"/>
          </a:xfrm>
          <a:prstGeom prst="rect">
            <a:avLst/>
          </a:prstGeom>
          <a:solidFill>
            <a:srgbClr val="D9E2F3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Формування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знайомство, невизначеність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331720" y="21945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2606040" y="1463040"/>
            <a:ext cx="1920240" cy="2194560"/>
          </a:xfrm>
          <a:prstGeom prst="rect">
            <a:avLst/>
          </a:prstGeom>
          <a:solidFill>
            <a:srgbClr val="D9E2F3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5087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606040" y="19659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Конфлікт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606040" y="24688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Storming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606040" y="29260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зіткнення підходів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480560" y="21945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4754880" y="1463040"/>
            <a:ext cx="1920240" cy="2194560"/>
          </a:xfrm>
          <a:prstGeom prst="rect">
            <a:avLst/>
          </a:prstGeom>
          <a:solidFill>
            <a:srgbClr val="D9E2F3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5087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754880" y="19659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Нормування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754880" y="24688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Norming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754880" y="29260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правила, довіра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629400" y="21945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6903720" y="1463040"/>
            <a:ext cx="1920240" cy="2194560"/>
          </a:xfrm>
          <a:prstGeom prst="rect">
            <a:avLst/>
          </a:prstGeom>
          <a:solidFill>
            <a:srgbClr val="D9E2F3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15087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903720" y="19659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903720" y="24688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Performing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903720" y="29260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самостійна робота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Рис. 1. Етапи розвитку команди за Б. Такманом (1965)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F559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Комунікація на кожному етапі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86384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Формування — прозорі цілі, знайомство, з’ясування очікувань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Конфлікт — активне слухання, «я-повідомлення», фасилітація суперечок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Нормування — письмові правила: канали, час відповіді, формат задач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— короткі синхронізації (стендапи), ретроспективи, зворотний зв’язок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F559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Бар’єри комунікації в команді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86384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Невизначеність ролей: «я думав, це зробиш ти»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Різні канали і відсутність єдиного джерела правди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Мовчазна згода замість підтвердження розуміння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Страх повідомити про проблему вчасно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Розмиті формулювання задач без критеріїв готовності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F559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Інструменти ефективної комунікації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86384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71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єдиний список задач, статуси, дедлайни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02336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371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Стендап 10 хв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800600" y="19202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зроблено / що далі / блокери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402336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0632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 команди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94360" y="36118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правило: питання → відповідь до 2 год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663440" y="2971800"/>
            <a:ext cx="402336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30632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Ретроспектива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800600" y="36118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зберегти, що змінити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F559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Артефакт: чартер комунікації нашої команди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86384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задача = одна картка в Trello з виконавцем і терміном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Отримав задачу — підтверди своїми словами, що зрозумів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 ризик повідомляємо в день виявлення, а не в день дедлайну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Обговорення завершується рішенням і відповідальним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Критика — до рішення, не до людини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F559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Висновки та що доробимо далі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86384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Комунікація — механізм, який перетворює групу на команду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етап формування потребує своєї практики спілкування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Письмові домовленості знижують кількість конфліктів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577840" y="1188720"/>
            <a:ext cx="3200400" cy="3291840"/>
          </a:xfrm>
          <a:prstGeom prst="rect">
            <a:avLst/>
          </a:prstGeom>
          <a:solidFill>
            <a:srgbClr val="D9E2F3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0" y="128016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доробимо далі: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перевірити чартер на практиці в ЛР-6 (спільний Git-репозиторій)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допрацювати правила код-рев’ю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підготувати ретроспективу після захисту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F559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Джерела • Запитання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86384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Tuckman B. W. Developmental sequence in small groups. Psychological Bulletin. 1965. Vol. 63, № 6. P. 384–399.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Марке Д. Розверніть корабель. Уроки менеджменту від капітана підводного човна. Київ : Наш Формат, 2021. 264 с.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Хуторна А. Комунікація – як один із головних soft-skills в IT-проектах. De7 Partner, 2023. URL: https://de7partner.com.ua/blog/soft-skills-v-it-proektakh/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Глазунова О. Г. та ін. Моделювання системи формування ефективних команд для ІТ проектів в умовах дистанційної роботи. ATBP. 2023. Vol. 15, № 3. С. 69–74.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Дякуємо за увагу! Ваші запитання?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Роль ефективної комунікації у процесі формування команди</dc:title>
  <dc:subject>PptxGenJS Presentation</dc:subject>
  <dc:creator>Andrii Boichuk</dc:creator>
  <cp:lastModifiedBy>Andrii Boichuk</cp:lastModifiedBy>
  <cp:revision>1</cp:revision>
  <dcterms:created xsi:type="dcterms:W3CDTF">2026-09-17T16:30:36Z</dcterms:created>
  <dcterms:modified xsi:type="dcterms:W3CDTF">2026-09-17T16:30:36Z</dcterms:modified>
</cp:coreProperties>
</file>